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g10/b1ZrFO/jSlYRblmQCKqIkW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h-TH" sz="1350">
                <a:solidFill>
                  <a:srgbClr val="213343"/>
                </a:solidFill>
                <a:highlight>
                  <a:srgbClr val="F6F9FC"/>
                </a:highlight>
              </a:rPr>
              <a:t>A wireframe is the first step to communicating your website ideas to other people. It provides a basic foundation from which other people can see and understand. A mockup goes a step further, illustrating the expected appearance of the product. A prototype can be created after a wireframe and mockup have gone through the design approval process.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4.jpg"/><Relationship Id="rId6" Type="http://schemas.openxmlformats.org/officeDocument/2006/relationships/image" Target="../media/image12.jpg"/><Relationship Id="rId7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log.hubspot.com/website/website-wireframe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datanamic.com/support/lt-dez005-introduction-db-modeling.html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th-TH"/>
              <a:t>G01: Project Name</a:t>
            </a:r>
            <a:br>
              <a:rPr lang="th-TH"/>
            </a:br>
            <a:r>
              <a:rPr lang="th-TH">
                <a:solidFill>
                  <a:srgbClr val="FF0000"/>
                </a:solidFill>
              </a:rPr>
              <a:t>Pasta La Vista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9017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1002"/>
              <a:buNone/>
            </a:pPr>
            <a:r>
              <a:rPr lang="th-TH" sz="5400"/>
              <a:t>Team name : dewnarak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2856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Team members with photos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781800" y="2459212"/>
            <a:ext cx="2633100" cy="481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th-TH" sz="1200"/>
              <a:t>นายกรวิชญ์ ชูน้อย 66102010564</a:t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1940251" y="4375898"/>
            <a:ext cx="2633100" cy="481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th-TH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นายเอกภพ อุ่นมา 66102010158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3245400" y="2459212"/>
            <a:ext cx="2633100" cy="481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th-TH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นายวุฒิกร จันทวิเศษ 66102010246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4572000" y="4375898"/>
            <a:ext cx="2633100" cy="481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th-TH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นายกษิดิศ มิตรรวมเสรี 66102010565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5830650" y="2455849"/>
            <a:ext cx="2708550" cy="481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th-TH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นายธนวันต์ มานะมงคล 66102010141</a:t>
            </a:r>
            <a:endParaRPr/>
          </a:p>
        </p:txBody>
      </p:sp>
      <p:pic>
        <p:nvPicPr>
          <p:cNvPr descr="A person taking a selfie&#10;&#10;Description automatically generated" id="66" name="Google Shape;66;p2"/>
          <p:cNvPicPr preferRelativeResize="0"/>
          <p:nvPr/>
        </p:nvPicPr>
        <p:blipFill rotWithShape="1">
          <a:blip r:embed="rId3">
            <a:alphaModFix/>
          </a:blip>
          <a:srcRect b="29749" l="0" r="0" t="13978"/>
          <a:stretch/>
        </p:blipFill>
        <p:spPr>
          <a:xfrm>
            <a:off x="1377498" y="1012956"/>
            <a:ext cx="1447662" cy="1447662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person with glasses and a white shirt giving a thumbs up&#10;&#10;Description automatically generated" id="67" name="Google Shape;67;p2"/>
          <p:cNvPicPr preferRelativeResize="0"/>
          <p:nvPr/>
        </p:nvPicPr>
        <p:blipFill rotWithShape="1">
          <a:blip r:embed="rId4">
            <a:alphaModFix/>
          </a:blip>
          <a:srcRect b="43450" l="24046" r="12225" t="1749"/>
          <a:stretch/>
        </p:blipFill>
        <p:spPr>
          <a:xfrm>
            <a:off x="3848169" y="1011550"/>
            <a:ext cx="1447662" cy="1447662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person taking a selfie&#10;&#10;Description automatically generated" id="68" name="Google Shape;68;p2"/>
          <p:cNvPicPr preferRelativeResize="0"/>
          <p:nvPr/>
        </p:nvPicPr>
        <p:blipFill rotWithShape="1">
          <a:blip r:embed="rId5">
            <a:alphaModFix/>
          </a:blip>
          <a:srcRect b="32852" l="13042" r="9823" t="23744"/>
          <a:stretch/>
        </p:blipFill>
        <p:spPr>
          <a:xfrm>
            <a:off x="6461094" y="1011550"/>
            <a:ext cx="1447662" cy="1447662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person holding spoons over their eyes&#10;&#10;Description automatically generated" id="69" name="Google Shape;69;p2"/>
          <p:cNvPicPr preferRelativeResize="0"/>
          <p:nvPr/>
        </p:nvPicPr>
        <p:blipFill rotWithShape="1">
          <a:blip r:embed="rId6">
            <a:alphaModFix/>
          </a:blip>
          <a:srcRect b="38638" l="23857" r="22165" t="20868"/>
          <a:stretch/>
        </p:blipFill>
        <p:spPr>
          <a:xfrm>
            <a:off x="2532970" y="2928236"/>
            <a:ext cx="1447662" cy="1447662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person sleeping in a chair&#10;&#10;Description automatically generated" id="70" name="Google Shape;70;p2"/>
          <p:cNvPicPr preferRelativeResize="0"/>
          <p:nvPr/>
        </p:nvPicPr>
        <p:blipFill rotWithShape="1">
          <a:blip r:embed="rId7">
            <a:alphaModFix/>
          </a:blip>
          <a:srcRect b="37532" l="1" r="44169" t="36658"/>
          <a:stretch/>
        </p:blipFill>
        <p:spPr>
          <a:xfrm>
            <a:off x="5164719" y="2928237"/>
            <a:ext cx="1447662" cy="1447662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Scope of the project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th-TH"/>
              <a:t>สร้างระบบหลังบ้านของ website ร้านอาหารที่มีหน้า สมัครสมาชิก-ลงชื่อเข้าใช้ ตะกร้าสินค้า และการจำลองหน้าต่างชำระเงิน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Target groups</a:t>
            </a:r>
            <a:endParaRPr/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th-TH"/>
              <a:t>คนไทย วัยรุ่น-วัยทำงานที่ต้องการสั่งพาสต้า ผ่านช่องทางออนไลน์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Project Plan </a:t>
            </a:r>
            <a:endParaRPr/>
          </a:p>
        </p:txBody>
      </p:sp>
      <p:pic>
        <p:nvPicPr>
          <p:cNvPr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17725"/>
            <a:ext cx="9144000" cy="344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Web Technology</a:t>
            </a:r>
            <a:endParaRPr/>
          </a:p>
        </p:txBody>
      </p:sp>
      <p:sp>
        <p:nvSpPr>
          <p:cNvPr id="94" name="Google Shape;9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th-TH"/>
              <a:t>Front-End development : ใช้ HTML และ CSS ในการพัฒนา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th-TH"/>
              <a:t>Back-End development : ใช้ Java Script ในการพัฒนา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th-TH"/>
              <a:t>Programming Language : HTML/CSS/PHP/JS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th-TH"/>
              <a:t>Framework (ถ้าใช้) : NodeJS + Bootstrap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Website Design (wireframe or mockup or prototype)</a:t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5709875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h-TH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https://blog.hubspot.com/website/website-wireframe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975" y="1076275"/>
            <a:ext cx="8126049" cy="37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Database design (ตารางข้อมูลเก็บอะไรบ้าง)</a:t>
            </a:r>
            <a:endParaRPr/>
          </a:p>
        </p:txBody>
      </p:sp>
      <p:sp>
        <p:nvSpPr>
          <p:cNvPr id="107" name="Google Shape;107;p8"/>
          <p:cNvSpPr txBox="1"/>
          <p:nvPr/>
        </p:nvSpPr>
        <p:spPr>
          <a:xfrm>
            <a:off x="6734350" y="94325"/>
            <a:ext cx="2409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h-TH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https://www.datanamic.com/support/lt-dez005-introduction-db-modeling.html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174422"/>
            <a:ext cx="9144000" cy="3413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Demo</a:t>
            </a:r>
            <a:endParaRPr/>
          </a:p>
        </p:txBody>
      </p:sp>
      <p:pic>
        <p:nvPicPr>
          <p:cNvPr descr="A close-up of a bowl of food&#10;&#10;Description automatically generated"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8309"/>
          <a:stretch/>
        </p:blipFill>
        <p:spPr>
          <a:xfrm>
            <a:off x="661522" y="2731501"/>
            <a:ext cx="4547573" cy="2115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menu&#10;&#10;Description automatically generated" id="115" name="Google Shape;1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4904" y="382872"/>
            <a:ext cx="4547573" cy="2291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late of pasta with meat and vegetables&#10;&#10;Description automatically generated" id="116" name="Google Shape;11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523" y="1074499"/>
            <a:ext cx="3194107" cy="1600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9"/>
          <p:cNvPicPr preferRelativeResize="0"/>
          <p:nvPr/>
        </p:nvPicPr>
        <p:blipFill rotWithShape="1">
          <a:blip r:embed="rId6">
            <a:alphaModFix/>
          </a:blip>
          <a:srcRect b="0" l="0" r="21548" t="0"/>
          <a:stretch/>
        </p:blipFill>
        <p:spPr>
          <a:xfrm>
            <a:off x="5321677" y="2731501"/>
            <a:ext cx="3160800" cy="2111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th-TH"/>
              <a:t>Conclusion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th-TH">
                <a:solidFill>
                  <a:srgbClr val="FF0000"/>
                </a:solidFill>
              </a:rPr>
              <a:t>1.Front-End development </a:t>
            </a:r>
            <a:r>
              <a:rPr lang="th-TH"/>
              <a:t>: ได้มีการใช้ HTML เพื่อสร้างโครงสร้างของเว็บไซต์และ CSS เพื่อจัดรูปแบบของเว็บไซต์ และ JavaScript เพื่อเพิ่มลูกเล่นในการโต้ตอบของเว็บไซต์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th-TH">
                <a:solidFill>
                  <a:srgbClr val="FF0000"/>
                </a:solidFill>
              </a:rPr>
              <a:t>2.Back-End development </a:t>
            </a:r>
            <a:r>
              <a:rPr lang="th-TH"/>
              <a:t>: ใช้ JavaScript ในการพัฒนาระบบภายในเซิร์ฟเวอร์ โดยใช้ NodeJS เป็น framework </a:t>
            </a:r>
            <a:r>
              <a:rPr b="0" i="0" lang="th-TH" sz="1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ช่วยในการจัดการข้อมูลและการตอบสนองต่อคำขอ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th-TH">
                <a:solidFill>
                  <a:srgbClr val="FF0000"/>
                </a:solidFill>
              </a:rPr>
              <a:t>3.DataBase</a:t>
            </a:r>
            <a:r>
              <a:rPr lang="th-TH"/>
              <a:t> : ใช้ PHP เป็นฐานข้อมูลในการจัดเก็บข้อมูลที่เกี่ยวข้องกับผู้ใช้ สินค้า และรายการอาหารของร้าน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b="0" i="0" lang="th-TH" sz="1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ดังนั้น พวกเรากำลังสร้างเว็บไซต์ที่มีระบบฐานข้อมูลแบบระบบสัมพันธ์ และมีการแบ่งงาน Front-End และ Back-End อย่างชัดเจนเพื่อให้ได้ผลลัพธ์ที่มีประสิทธิภาพและสามารถตอบสนองต่อความต้องการของกลุ่มลูกค้าที่คุณเลือกเน้นได้อย่างเหมาะสม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